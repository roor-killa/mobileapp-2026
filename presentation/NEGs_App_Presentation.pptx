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303520" cy="4206240"/>
          </a:xfrm>
          <a:prstGeom prst="rect">
            <a:avLst/>
          </a:prstGeom>
          <a:solidFill>
            <a:srgbClr val="161628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22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NEG's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B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Bancaire Mobile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286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Yannelle NEGUI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des Antilles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d'application mobile — L3 2026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74320"/>
            <a:ext cx="2743200" cy="46634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9" name="Shape 6"/>
          <p:cNvSpPr/>
          <p:nvPr/>
        </p:nvSpPr>
        <p:spPr>
          <a:xfrm>
            <a:off x="6035040" y="44805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6C63FF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4480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Flutter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06640" y="44805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0C9A7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4480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749808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 &amp; technologies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749808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502920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65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96596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structure du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749808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02920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92608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Dashboard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4114800" cy="749808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86200"/>
            <a:ext cx="502920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88620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bancaires (Virement, QR, Factures...)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749808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502920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100584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Trading &amp; Système de récompenses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965960"/>
            <a:ext cx="4114800" cy="749808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965960"/>
            <a:ext cx="502920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196596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innovantes (Mode Étudiant, Personnalisation)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114800" cy="749808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26080"/>
            <a:ext cx="502920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292608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 intégré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886200"/>
            <a:ext cx="4114800" cy="749808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886200"/>
            <a:ext cx="502920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9240" y="388620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Présentation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0" cy="3931920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NEG's 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bancaire mobile complète développée avec Flutter, offrant une expérience fintech moderne avec design dark et glassmorphisme.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2194560" cy="868680"/>
          </a:xfrm>
          <a:prstGeom prst="rect">
            <a:avLst/>
          </a:prstGeom>
          <a:solidFill>
            <a:srgbClr val="1A1A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3 400+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lignes de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2331720"/>
            <a:ext cx="2194560" cy="868680"/>
          </a:xfrm>
          <a:prstGeom prst="rect">
            <a:avLst/>
          </a:prstGeom>
          <a:solidFill>
            <a:srgbClr val="1A1A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71800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fonctionnalités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2194560" cy="868680"/>
          </a:xfrm>
          <a:prstGeom prst="rect">
            <a:avLst/>
          </a:prstGeom>
          <a:solidFill>
            <a:srgbClr val="1A1A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19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" y="3904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classes Flutter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3429000"/>
            <a:ext cx="2194560" cy="868680"/>
          </a:xfrm>
          <a:prstGeom prst="rect">
            <a:avLst/>
          </a:prstGeom>
          <a:solidFill>
            <a:srgbClr val="1A1A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971800" y="3904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onglets de nav.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834640" cy="393192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Architecture &amp;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914400"/>
            <a:ext cx="2194560" cy="685800"/>
          </a:xfrm>
          <a:prstGeom prst="rect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960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NEGsAppV3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MaterialApp Root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783080"/>
            <a:ext cx="2194560" cy="685800"/>
          </a:xfrm>
          <a:prstGeom prst="rect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8288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NEGsHomeV3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Routeur principal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1554480" cy="685800"/>
          </a:xfrm>
          <a:prstGeom prst="rect">
            <a:avLst/>
          </a:prstGeom>
          <a:solidFill>
            <a:srgbClr val="00C9A7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880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Accueil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65960" y="2834640"/>
            <a:ext cx="1554480" cy="685800"/>
          </a:xfrm>
          <a:prstGeom prst="rect">
            <a:avLst/>
          </a:prstGeom>
          <a:solidFill>
            <a:srgbClr val="00C9A7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65960" y="2880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PageView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834640"/>
            <a:ext cx="1554480" cy="685800"/>
          </a:xfrm>
          <a:prstGeom prst="rect">
            <a:avLst/>
          </a:prstGeom>
          <a:solidFill>
            <a:srgbClr val="00C9A7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2880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Crypto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Trading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49240" y="2834640"/>
            <a:ext cx="1554480" cy="685800"/>
          </a:xfrm>
          <a:prstGeom prst="rect">
            <a:avLst/>
          </a:prstGeom>
          <a:solidFill>
            <a:srgbClr val="00C9A7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49240" y="2880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Gagner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Mini-jeux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2834640"/>
            <a:ext cx="1554480" cy="685800"/>
          </a:xfrm>
          <a:prstGeom prst="rect">
            <a:avLst/>
          </a:prstGeom>
          <a:solidFill>
            <a:srgbClr val="00C9A7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40880" y="2880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Paramètres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1554480" cy="685800"/>
          </a:xfrm>
          <a:prstGeom prst="rect">
            <a:avLst/>
          </a:prstGeom>
          <a:solidFill>
            <a:srgbClr val="2A2A4A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3977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 écrans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Virement, QR...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65960" y="3931920"/>
            <a:ext cx="1554480" cy="685800"/>
          </a:xfrm>
          <a:prstGeom prst="rect">
            <a:avLst/>
          </a:prstGeom>
          <a:solidFill>
            <a:srgbClr val="2A2A4A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65960" y="3977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Thèmes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6596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6 couleurs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0" y="3931920"/>
            <a:ext cx="1554480" cy="685800"/>
          </a:xfrm>
          <a:prstGeom prst="rect">
            <a:avLst/>
          </a:prstGeom>
          <a:solidFill>
            <a:srgbClr val="2A2A4A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0" y="3977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CustomPainter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Graphes natifs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49240" y="3931920"/>
            <a:ext cx="1554480" cy="685800"/>
          </a:xfrm>
          <a:prstGeom prst="rect">
            <a:avLst/>
          </a:prstGeom>
          <a:solidFill>
            <a:srgbClr val="2A2A4A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49240" y="3977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Coins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Récompenses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40880" y="3931920"/>
            <a:ext cx="1554480" cy="685800"/>
          </a:xfrm>
          <a:prstGeom prst="rect">
            <a:avLst/>
          </a:prstGeom>
          <a:solidFill>
            <a:srgbClr val="2A2A4A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40880" y="3977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4088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FF"/>
                </a:solidFill>
              </a:rPr>
              <a:t>Statistiques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1600200"/>
            <a:ext cx="0" cy="18288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2468880"/>
            <a:ext cx="0" cy="36576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1560" y="2834640"/>
            <a:ext cx="6510528" cy="0"/>
          </a:xfrm>
          <a:prstGeom prst="line">
            <a:avLst/>
          </a:prstGeom>
          <a:noFill/>
          <a:ln w="1016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Authentification &amp;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377440" cy="39776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14400"/>
            <a:ext cx="2377440" cy="39776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852160" y="914400"/>
            <a:ext cx="2926080" cy="3977640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03504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</a:rPr>
              <a:t>Login Screen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03504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Logo NEG's animé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03504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Champs Email + Mot de passe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035040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Bouton dégradé violet→teal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03504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Design glassmorphisme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2697480"/>
            <a:ext cx="256032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0"/>
          <p:cNvSpPr/>
          <p:nvPr/>
        </p:nvSpPr>
        <p:spPr>
          <a:xfrm>
            <a:off x="60350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035040" y="3246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Solde €12 450,50 affiché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035040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9 boutons d'actions rapides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35040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Transactions récentes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035040" y="4069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Barre de navigation 5 onglets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Fonctionnalités Bancaires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1920240" cy="32918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4206240"/>
            <a:ext cx="1920240" cy="822960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QR Code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AECA"/>
                </a:solidFill>
              </a:rPr>
              <a:t>Génération &amp; scan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AECA"/>
                </a:solidFill>
              </a:rPr>
              <a:t>CustomPainter natif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868680"/>
            <a:ext cx="1920240" cy="32918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2468880" y="4206240"/>
            <a:ext cx="1920240" cy="822960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46888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Convertisseur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468880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AECA"/>
                </a:solidFill>
              </a:rPr>
              <a:t>EUR / USD / XAF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AECA"/>
                </a:solidFill>
              </a:rPr>
              <a:t>Taux en temps réel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868680"/>
            <a:ext cx="1920240" cy="32918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14" name="Shape 9"/>
          <p:cNvSpPr/>
          <p:nvPr/>
        </p:nvSpPr>
        <p:spPr>
          <a:xfrm>
            <a:off x="4663440" y="4206240"/>
            <a:ext cx="1920240" cy="822960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66344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Partage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663440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AECA"/>
                </a:solidFill>
              </a:rPr>
              <a:t>Dépenses partagées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AECA"/>
                </a:solidFill>
              </a:rPr>
              <a:t>Calcul auto par pers.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868680"/>
            <a:ext cx="1920240" cy="32918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18" name="Shape 12"/>
          <p:cNvSpPr/>
          <p:nvPr/>
        </p:nvSpPr>
        <p:spPr>
          <a:xfrm>
            <a:off x="6858000" y="4206240"/>
            <a:ext cx="1920240" cy="822960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85800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Chatbot IA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58000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AECA"/>
                </a:solidFill>
              </a:rPr>
              <a:t>Assistant NEG's 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AECA"/>
                </a:solidFill>
              </a:rPr>
              <a:t>Réponses contextuelles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— Crypto Trading &amp; Récompenses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2560320" cy="402336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200400" y="868680"/>
            <a:ext cx="2560320" cy="4023360"/>
          </a:xfrm>
          <a:prstGeom prst="rect">
            <a:avLst/>
          </a:prstGeom>
          <a:solidFill>
            <a:srgbClr val="161628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33756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</a:rPr>
              <a:t>Crypto Trading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3756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✦  BTC, ETH, SOL, BNB, ADA...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37560" y="1901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✦  Graphe tracé avec CustomPainter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37560" y="23408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✦  Prix en temps réel simulé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37560" y="27797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✦  Achat &amp; Vente intégrés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37560" y="3218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✦  Portfolio avec valeur totale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375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✦  Variation +/- en % affichée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868680"/>
            <a:ext cx="2560320" cy="402336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15" name="Shape 11"/>
          <p:cNvSpPr/>
          <p:nvPr/>
        </p:nvSpPr>
        <p:spPr>
          <a:xfrm>
            <a:off x="6035040" y="4572000"/>
            <a:ext cx="2560320" cy="365760"/>
          </a:xfrm>
          <a:prstGeom prst="rect">
            <a:avLst/>
          </a:prstGeom>
          <a:solidFill>
            <a:srgbClr val="1A1A35"/>
          </a:solidFill>
          <a:ln w="6350">
            <a:solidFill>
              <a:srgbClr val="43E97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3504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97B"/>
                </a:solidFill>
              </a:rPr>
              <a:t>Système de coins &amp; mini-jeux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— Fonctionnalités Innovantes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0" y="1828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43E97B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</a:rPr>
              <a:t>★ BONUS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2286000" cy="402336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2834640" y="868680"/>
            <a:ext cx="2743200" cy="4023360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834640" y="868680"/>
            <a:ext cx="2743200" cy="4572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Text 7"/>
          <p:cNvSpPr/>
          <p:nvPr/>
        </p:nvSpPr>
        <p:spPr>
          <a:xfrm>
            <a:off x="283464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🎓  Mode Étudiant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92608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Budget mensuel ajustable (slider)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2608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6 catégories de dépenses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926080" y="24140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Barre de progression globale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26080" y="28895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Alerte rouge si dépassement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26080" y="33649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Conseils d'économies intégrés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2608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100% unique — absent des apps banque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868680"/>
            <a:ext cx="2286000" cy="402336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18" name="Shape 14"/>
          <p:cNvSpPr/>
          <p:nvPr/>
        </p:nvSpPr>
        <p:spPr>
          <a:xfrm>
            <a:off x="5852160" y="4526280"/>
            <a:ext cx="2286000" cy="411480"/>
          </a:xfrm>
          <a:prstGeom prst="rect">
            <a:avLst/>
          </a:prstGeom>
          <a:solidFill>
            <a:srgbClr val="1A1A35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52160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🎨  Personnalisation carte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6 thèmes — aperçu temps réel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— Chatbot IA &amp; Profil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2377440" cy="39776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868680"/>
            <a:ext cx="2377440" cy="39776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2926080" y="868680"/>
            <a:ext cx="3383280" cy="1828800"/>
          </a:xfrm>
          <a:prstGeom prst="rect">
            <a:avLst/>
          </a:prstGeom>
          <a:solidFill>
            <a:srgbClr val="161628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063240" y="960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</a:rPr>
              <a:t>Assistant NEG's IA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063240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Répond à : solde, virement, crypto...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063240" y="1682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Réponses contextuelles automatiques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063240" y="1975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Interface chat moderne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063240" y="2267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Historique des messages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926080" y="2834640"/>
            <a:ext cx="3383280" cy="2011680"/>
          </a:xfrm>
          <a:prstGeom prst="rect">
            <a:avLst/>
          </a:prstGeom>
          <a:solidFill>
            <a:srgbClr val="161628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06324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Profil &amp; Paramètres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063240" y="3337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Avatar + nom + statut Premium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063240" y="3611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Sécurité (Biométrie + PIN)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063240" y="3886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Notifications configurables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063240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Langue : Français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063240" y="4434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CA"/>
                </a:solidFill>
              </a:rPr>
              <a:t>▸  Support intégré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— Bilan &amp; Perspectives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161628"/>
          </a:solidFill>
          <a:ln w="1016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1A"/>
                </a:solidFill>
              </a:rPr>
              <a:t>✅  Ce qui a été réalisé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✓  18 fonctionnalités complètes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✓  Navigation 5 onglets fluide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95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✓  Design dark glassmorphisme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883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✓  CustomPainter (QR + Graphes)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81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✓  Mode Étudiant (fonctionnalité unique)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✓  Personnalisation carte 6 thèmes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67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✓  Chatbot IA avec réponses auto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61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✓  Application fonctionnelle sur émulateur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161628"/>
          </a:solidFill>
          <a:ln w="1016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914400"/>
            <a:ext cx="4206240" cy="4572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914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🚀  Améliorations futures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→  Authentification biométrique réelle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901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→  Connexion API bancaire (Open Banking)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2951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→  Notifications push en temps réel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688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→  Scan QR Code avec caméra réelle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081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→  Déploiement sur Google Play Store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→  Tests unitaires &amp; d'intégration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→  Internationalisation (EN, ES, AR)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261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→  Refactorisation en modules séparés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4389120"/>
          </a:xfrm>
          <a:prstGeom prst="rect">
            <a:avLst/>
          </a:prstGeom>
          <a:solidFill>
            <a:srgbClr val="161628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57200" y="365760"/>
            <a:ext cx="82296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NEG's App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0A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bancaire complète, moderne et innovante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2423160"/>
            <a:ext cx="2194560" cy="1005840"/>
          </a:xfrm>
          <a:prstGeom prst="rect">
            <a:avLst/>
          </a:prstGeom>
          <a:solidFill>
            <a:srgbClr val="1A1A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450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</a:rPr>
              <a:t>18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Fonctionnalités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2423160"/>
            <a:ext cx="2194560" cy="1005840"/>
          </a:xfrm>
          <a:prstGeom prst="rect">
            <a:avLst/>
          </a:prstGeom>
          <a:solidFill>
            <a:srgbClr val="1A1A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450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</a:rPr>
              <a:t>3.4K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93192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Lignes Flutter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423160"/>
            <a:ext cx="2194560" cy="1005840"/>
          </a:xfrm>
          <a:prstGeom prst="rect">
            <a:avLst/>
          </a:prstGeom>
          <a:solidFill>
            <a:srgbClr val="1A1A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50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ECA"/>
                </a:solidFill>
              </a:rPr>
              <a:t>Fonctionnel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Yannelle NEGUI — Université des Antilles — L3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pour votre attention — 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NEGs App — Application Bancaire Mobile</dc:title>
  <dc:subject>PptxGenJS Presentation</dc:subject>
  <dc:creator>Yannelle NEGUI</dc:creator>
  <cp:lastModifiedBy>Yannelle NEGUI</cp:lastModifiedBy>
  <cp:revision>1</cp:revision>
  <dcterms:created xsi:type="dcterms:W3CDTF">2026-04-02T23:33:53Z</dcterms:created>
  <dcterms:modified xsi:type="dcterms:W3CDTF">2026-04-02T23:33:53Z</dcterms:modified>
</cp:coreProperties>
</file>