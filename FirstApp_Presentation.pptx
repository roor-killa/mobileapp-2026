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98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498080" y="-365760"/>
            <a:ext cx="2286000" cy="2286000"/>
          </a:xfrm>
          <a:prstGeom prst="ellipse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🏦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45920" y="685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FirstApp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Bancaire Mobile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L3 Informatique — Université des Antilles, Campus de Schoelcher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Laravel · Stripe · Algorand · Resend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64008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127101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12064" y="12527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1746504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12064" y="17282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099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2064" y="22037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18541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développées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12064" y="26791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6609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172968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2064" y="315468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1363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02920" y="3648456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12064" y="36301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manque pour le Store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02920" y="4123944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" y="410565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0873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&amp; Perspectives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Contexte &amp; Objectifs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Cadre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des Antilles
</a:t>
            </a: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 Schoelcher, Martinique
L3 Informatique — 2025/2026
Travail via 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branche / étudiant)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Objectifs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321808" y="18013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app bancaire mobile complète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350008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21808" y="2322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système de paiement réel (Stripe)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0" y="2871216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21808" y="2843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la blockchain (Algorand / BKN)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3392424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21808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données utilisateur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0" y="3913632"/>
            <a:ext cx="219456" cy="21945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21808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Expérimenter Flutter multi-plateforme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468880" cy="347472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Flutter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login_screen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transfer_screen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scanner_screen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26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profile_screen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api_service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stripe_service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688336"/>
            <a:ext cx="914400" cy="73152"/>
          </a:xfrm>
          <a:prstGeom prst="rect">
            <a:avLst/>
          </a:prstGeom>
          <a:solidFill>
            <a:srgbClr val="8A99B0"/>
          </a:solidFill>
          <a:ln w="12700">
            <a:solidFill>
              <a:srgbClr val="8A99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80360" y="22860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188720"/>
            <a:ext cx="2468880" cy="3474720"/>
          </a:xfrm>
          <a:prstGeom prst="rect">
            <a:avLst/>
          </a:prstGeom>
          <a:solidFill>
            <a:srgbClr val="FFF4E6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2336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Laravel 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AuthController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2167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StripeController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6908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/ Transfer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30266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908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Sanctum Auth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3886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Mail (Resend)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188720"/>
            <a:ext cx="2331720" cy="3474720"/>
          </a:xfrm>
          <a:prstGeom prst="rect">
            <a:avLst/>
          </a:prstGeom>
          <a:solidFill>
            <a:srgbClr val="F0F0FF"/>
          </a:solidFill>
          <a:ln w="254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62940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Services tiers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(paiement)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2128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Resend (e-mails)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68833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Algorand (BKN)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1638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/ MySQL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6393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(CI/CD)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688336"/>
            <a:ext cx="182880" cy="73152"/>
          </a:xfrm>
          <a:prstGeom prst="rect">
            <a:avLst/>
          </a:prstGeom>
          <a:solidFill>
            <a:srgbClr val="8A99B0"/>
          </a:solidFill>
          <a:ln w="12700">
            <a:solidFill>
              <a:srgbClr val="8A99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Fonctionnalités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code PIN, connexion JWT (Sanctum). Auto-login via SharedPreferences. Token unique par session.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10328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Virements sécurisés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d'argent par e-mail destinataire. Validation par PIN hashé (bcrypt). Transaction atomique DB.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Paiement QR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d'un QR code personnel (qr_flutter). Scanner via camera (mobile_scanner). Paiement immédiat.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1032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Recharge Stripe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0328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d'un PaymentIntent côté Laravel. Affichage de la PaymentSheet Flutter. Confirmation via Webhook.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Fonctionnalités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Notifications e-mail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de connexion, e-mail de bienvenue (+100€ bonus), confirmation de virement. Via Resend + templates Blade.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10328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Crypto BKN (Algorand)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0328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de tokens BKN sur la blockchain Algorand. Intégration SDK Algorand, wallet intégré à l'app.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Chatbot 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intégré pour guider l'utilisateur. Répond aux questions bancaires courantes.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64008" cy="1737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10328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Historique &amp; Profil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0328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transactions (envoi/réception). Écran profil avec solde en temps réel. Déconnexion sécurisée.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Sécurisation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Sanctum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184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Bearer expirables. Révocation à chaque connexion (1 session active max).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64608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transaction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6184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à 4 chiffres hashé avec bcrypt. Validé côté serveur avant tout virement.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Anti-doublon Stripe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944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unicité par payment_intent.id avant de créditer le solde.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64608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de connexion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944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envoyé à chaque connexion réussie pour détecter les accès non autorisés.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des mdp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2702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hashés avec Hash::make (bcrypt) — jamais stockés en clair.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64608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&amp; Webhook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2702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CSRF active sauf sur /stripe/webhook (vérifié par signature Stripe).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Difficultés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54864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CORS &amp; IP locale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21615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Configuration CORS dans Laravel et usage de l'IP LAN (192.168.x.x) à la place de localhost pour les appareils physiques.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54864" cy="67665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984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Webhook Stripe en local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19842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Utilisation de Stripe CLI pour forwarder les webhooks vers localhost. Exemption CSRF sur la route webhook.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0662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54864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Transaction PIN sur 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54680" y="27523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FlutterFragmentActivity requis pour Stripe sur Android. Adaptation du flux PIN pour gérer l'obscurcissement natif.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54864" cy="676656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Doublon de transactions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3520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Vérification préalable de l'unicité du payment_intent.id en base avant tout crédit de solde.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4281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4242816"/>
            <a:ext cx="54864" cy="6766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42885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QR Code en réseau local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42885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Encodage de l'ID utilisateur (et non de l'IP) dans le QR. L'API traite la logique réseau côté serveur.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Vers une publication sur le Store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App Store (iOS)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Apple Developer (99$/an)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 de distribution signé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249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Review Guidelines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596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manifest (.xcprivacy)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Politique de confidentialité publique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36576" cy="3291840"/>
          </a:xfrm>
          <a:prstGeom prst="rect">
            <a:avLst/>
          </a:prstGeom>
          <a:solidFill>
            <a:srgbClr val="D0DDE6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Google Play (Android)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Google Play (25$ unique)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Keystore de production signé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249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Safety form complété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596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niveau 35 minimum ciblé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Permissions caméra justifiées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Requis pour les deux plateformes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de prod Stripe · Domaine HTTPS (SSL) · Serveur de prod Laravel · Tests unitaires · URL production dans l'app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Scalabilité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866056"/>
            <a:ext cx="2011680" cy="20116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566160" y="23317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FirstApp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6032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FOREX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14300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931152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347472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56032" y="35204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Épargne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347472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931152" y="35204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005840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547872" y="10515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(FCM)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887896"/>
            <a:ext cx="19202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547872" y="3899749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Fraud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0" y="1965960"/>
            <a:ext cx="2286000" cy="731520"/>
          </a:xfrm>
          <a:prstGeom prst="line">
            <a:avLst/>
          </a:prstGeom>
          <a:noFill/>
          <a:ln w="12700">
            <a:solidFill>
              <a:srgbClr val="C0C8D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623560" y="1965960"/>
            <a:ext cx="2286000" cy="731520"/>
          </a:xfrm>
          <a:prstGeom prst="line">
            <a:avLst/>
          </a:prstGeom>
          <a:noFill/>
          <a:ln w="12700">
            <a:solidFill>
              <a:srgbClr val="C0C8D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: Laravel → Containerisation Docker · Redis cache · Queue Horizon · Déploiement Cloud (AWS / DigitalOcean)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-73152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86200" y="457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000000"/>
                </a:solidFill>
              </a:rPr>
              <a:t>🏦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FirstApp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une fintech caribéenne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· Virements · QR Code · Stripe · Algorand · Chatbot · Notifications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 — Questions 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832</Words>
  <Application>Microsoft Office PowerPoint</Application>
  <PresentationFormat>Affichage à l'écran (16:9)</PresentationFormat>
  <Paragraphs>148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FirstApp — Application Bancaire Mobile</dc:title>
  <dc:subject>PptxGenJS Presentation</dc:subject>
  <dc:creator>PptxGenJS</dc:creator>
  <cp:lastModifiedBy>Mathis ELOIDIN MICHANOL</cp:lastModifiedBy>
  <cp:revision>2</cp:revision>
  <dcterms:created xsi:type="dcterms:W3CDTF">2026-04-01T23:56:40Z</dcterms:created>
  <dcterms:modified xsi:type="dcterms:W3CDTF">2026-04-02T02:20:03Z</dcterms:modified>
</cp:coreProperties>
</file>