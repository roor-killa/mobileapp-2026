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640080"/>
            <a:ext cx="2377440" cy="2377440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058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486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Flutter &amp; Firebase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880360"/>
            <a:ext cx="5029200" cy="36576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063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2D2A6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Flutter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60320" y="3063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2D2A6E"/>
          </a:solidFill>
          <a:ln/>
        </p:spPr>
      </p:sp>
      <p:sp>
        <p:nvSpPr>
          <p:cNvPr id="12" name="Text 9"/>
          <p:cNvSpPr/>
          <p:nvPr/>
        </p:nvSpPr>
        <p:spPr>
          <a:xfrm>
            <a:off x="256032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Firebase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3063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2D2A6E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FCM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66560" y="3063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2D2A6E"/>
          </a:solidFill>
          <a:ln/>
        </p:spPr>
      </p:sp>
      <p:sp>
        <p:nvSpPr>
          <p:cNvPr id="16" name="Text 13"/>
          <p:cNvSpPr/>
          <p:nvPr/>
        </p:nvSpPr>
        <p:spPr>
          <a:xfrm>
            <a:off x="676656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Android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3 Informatique  •  Projet individuel  •  2025/2026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Le Problème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mots de passe utilisez-vous chaque jour 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2651760" cy="2468880"/>
          </a:xfrm>
          <a:prstGeom prst="rect">
            <a:avLst/>
          </a:prstGeom>
          <a:solidFill>
            <a:srgbClr val="F3F0FF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65960"/>
            <a:ext cx="265176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194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😰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à retenir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réseaux sociaux, banque, apps... des dizaines de comptes 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965960"/>
            <a:ext cx="2651760" cy="2468880"/>
          </a:xfrm>
          <a:prstGeom prst="rect">
            <a:avLst/>
          </a:prstGeom>
          <a:solidFill>
            <a:srgbClr val="F3F0FF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965960"/>
            <a:ext cx="265176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194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🔓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2926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faibles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3337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réutilise souvent les mêmes mots de passe par facilité.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2651760" cy="2468880"/>
          </a:xfrm>
          <a:prstGeom prst="rect">
            <a:avLst/>
          </a:prstGeom>
          <a:solidFill>
            <a:srgbClr val="F3F0FF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965960"/>
            <a:ext cx="265176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194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😱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035040" y="2926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piratage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3337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mot de passe volé peut compromettre tous vos comptes.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4572000"/>
            <a:ext cx="2194560" cy="347472"/>
          </a:xfrm>
          <a:prstGeom prst="rect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4572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  Notre solution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 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91440" cy="39319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Application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gestionnaire de mots de passe sécurisé, stocké dans le cloud et accessible depuis votre smartphone.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8892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7614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sécurisée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2783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200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cloud Firebase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6674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3639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056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40782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simple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846320" y="960120"/>
            <a:ext cx="3931920" cy="393192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669280" y="1143000"/>
            <a:ext cx="2286000" cy="3566160"/>
          </a:xfrm>
          <a:prstGeom prst="roundRect">
            <a:avLst>
              <a:gd name="adj" fmla="val 8000"/>
            </a:avLst>
          </a:prstGeom>
          <a:solidFill>
            <a:srgbClr val="2D2A6E"/>
          </a:solidFill>
          <a:ln/>
        </p:spPr>
      </p:sp>
      <p:sp>
        <p:nvSpPr>
          <p:cNvPr id="18" name="Shape 12"/>
          <p:cNvSpPr/>
          <p:nvPr/>
        </p:nvSpPr>
        <p:spPr>
          <a:xfrm>
            <a:off x="5760720" y="137160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F3F0FF"/>
          </a:solidFill>
          <a:ln/>
        </p:spPr>
      </p:sp>
      <p:sp>
        <p:nvSpPr>
          <p:cNvPr id="19" name="Shape 13"/>
          <p:cNvSpPr/>
          <p:nvPr/>
        </p:nvSpPr>
        <p:spPr>
          <a:xfrm>
            <a:off x="5760720" y="1371600"/>
            <a:ext cx="2103120" cy="502920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46304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760720" y="1463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App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5806440" y="2011680"/>
            <a:ext cx="20116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5989320" y="204825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989320" y="22494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806440" y="2606040"/>
            <a:ext cx="20116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5989320" y="264261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5989320" y="284378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5806440" y="3200400"/>
            <a:ext cx="20116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5989320" y="32369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5989320" y="34381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760720" y="4206240"/>
            <a:ext cx="2103120" cy="274320"/>
          </a:xfrm>
          <a:prstGeom prst="rect">
            <a:avLst/>
          </a:prstGeom>
          <a:solidFill>
            <a:srgbClr val="E8E4FF"/>
          </a:solidFill>
          <a:ln/>
        </p:spPr>
      </p:sp>
      <p:sp>
        <p:nvSpPr>
          <p:cNvPr id="32" name="Text 25"/>
          <p:cNvSpPr/>
          <p:nvPr/>
        </p:nvSpPr>
        <p:spPr>
          <a:xfrm>
            <a:off x="5760720" y="420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🏠   🔑   ⚙️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Fonctionnalités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7373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07592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43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1508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votre compte et connectez-vous en toute sécurité. Mot de passe oublié ? Un email de réinitialisation vous est envoyé.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73152" cy="17373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2" name="Shape 9"/>
          <p:cNvSpPr/>
          <p:nvPr/>
        </p:nvSpPr>
        <p:spPr>
          <a:xfrm>
            <a:off x="4937760" y="123444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07592"/>
            <a:ext cx="448056" cy="4480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143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mots de passe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669280" y="1508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Stockez tous vos identifiants (site, login, mot de passe) en un seul endroit, accessible n'importe où.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926080"/>
            <a:ext cx="73152" cy="17373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8" name="Shape 14"/>
          <p:cNvSpPr/>
          <p:nvPr/>
        </p:nvSpPr>
        <p:spPr>
          <a:xfrm>
            <a:off x="457200" y="315468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27832"/>
            <a:ext cx="448056" cy="4480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Cloud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88720" y="3429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vos données sont sauvegardées en temps réel sur Firebase Firestore, une base de données Google sécurisée.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926080"/>
            <a:ext cx="73152" cy="17373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4" name="Shape 19"/>
          <p:cNvSpPr/>
          <p:nvPr/>
        </p:nvSpPr>
        <p:spPr>
          <a:xfrm>
            <a:off x="4937760" y="315468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227832"/>
            <a:ext cx="448056" cy="4480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6928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669280" y="3429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Recevez des alertes sur votre téléphone même quand l'app est fermée, grâce à Firebase Cloud Messaging.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Comment ça marche 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468880" cy="237744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23444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Votre App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5420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sur Android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051560"/>
            <a:ext cx="2468880" cy="2377440"/>
          </a:xfrm>
          <a:prstGeom prst="rect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06240" y="123444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801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Firebase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37560" y="25420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Firestore + FCM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051560"/>
            <a:ext cx="2468880" cy="237744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6600" y="123444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801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17920" y="25420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Reçue sur le téléphone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971800" y="2148840"/>
            <a:ext cx="320040" cy="10972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0" name="Text 15"/>
          <p:cNvSpPr/>
          <p:nvPr/>
        </p:nvSpPr>
        <p:spPr>
          <a:xfrm>
            <a:off x="3063240" y="2029968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5CE7"/>
                </a:solidFill>
              </a:rPr>
              <a:t>▶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52160" y="2148840"/>
            <a:ext cx="320040" cy="10972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2" name="Text 17"/>
          <p:cNvSpPr/>
          <p:nvPr/>
        </p:nvSpPr>
        <p:spPr>
          <a:xfrm>
            <a:off x="5943600" y="2029968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5CE7"/>
                </a:solidFill>
              </a:rPr>
              <a:t>▶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457200" y="352044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457200" y="3520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Vous saisissez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337560" y="352044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3337560" y="3520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Firebase stocke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sécurise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217920" y="352044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6217920" y="3520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Vous recevez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alerte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14400" y="4617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Tout fonctionne en temps réel — pas besoin de rafraîchir 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Technologies Utilisées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50876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🐦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53619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cross-platform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150876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65176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🔥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977640" y="1143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77640" y="153619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 Google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651760" cy="15087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05840"/>
            <a:ext cx="265176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0" y="1143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153619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sécurisée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2651760" cy="1508760"/>
          </a:xfrm>
          <a:prstGeom prst="rect">
            <a:avLst/>
          </a:prstGeom>
          <a:solidFill>
            <a:srgbClr val="FEF9C3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88920"/>
            <a:ext cx="265176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926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📂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97280" y="2926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33192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mots de passe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788920"/>
            <a:ext cx="2651760" cy="1508760"/>
          </a:xfrm>
          <a:prstGeom prst="rect">
            <a:avLst/>
          </a:prstGeom>
          <a:solidFill>
            <a:srgbClr val="FDF4FF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788920"/>
            <a:ext cx="265176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2926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977640" y="2926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977640" y="33192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en temps réel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788920"/>
            <a:ext cx="2651760" cy="150876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788920"/>
            <a:ext cx="265176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2926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858000" y="2926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0" y="33192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Émulateur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tests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6C5CE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6C5CE7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731520"/>
            <a:ext cx="1463040" cy="146304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96012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48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projet, c'est quoi ?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5943600" cy="502920"/>
          </a:xfrm>
          <a:prstGeom prst="rect">
            <a:avLst/>
          </a:prstGeom>
          <a:solidFill>
            <a:srgbClr val="2D2A6E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9659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 Flutter complète développée en moins d'un mois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606040"/>
            <a:ext cx="5943600" cy="502920"/>
          </a:xfrm>
          <a:prstGeom prst="rect">
            <a:avLst/>
          </a:prstGeom>
          <a:solidFill>
            <a:srgbClr val="2D2A6E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6060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Connexion sécurisée + stockage cloud avec Firebase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5943600" cy="502920"/>
          </a:xfrm>
          <a:prstGeom prst="rect">
            <a:avLst/>
          </a:prstGeom>
          <a:solidFill>
            <a:srgbClr val="2D2A6E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32461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Notifications push fonctionnelles sur Android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ensuite ?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Chiffrement renforcé  •  📲 Authentification biométrique  •  🚀 Publication sur le Play Store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Gestionnaire de Mots de Passe</dc:title>
  <dc:subject>PptxGenJS Presentation</dc:subject>
  <dc:creator>PptxGenJS</dc:creator>
  <cp:lastModifiedBy>PptxGenJS</cp:lastModifiedBy>
  <cp:revision>1</cp:revision>
  <dcterms:created xsi:type="dcterms:W3CDTF">2026-03-31T23:24:02Z</dcterms:created>
  <dcterms:modified xsi:type="dcterms:W3CDTF">2026-03-31T23:24:02Z</dcterms:modified>
</cp:coreProperties>
</file>